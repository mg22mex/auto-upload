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desplazar la diapositiva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B7A3183-4C4F-476F-9333-85524F79AA15}" type="slidenum"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538DDB-E87B-4162-90B8-5D09342576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4B7B73-5C89-484D-9844-E43972B359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DACD43-D113-4D52-820C-2414B71D4D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265F31-063A-464E-AF9E-45D67FBACC9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C1D6A2-F9FB-4C65-AA5F-3BE9E88F2E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D3B5BC-F3A5-4C3A-A12F-85121A51D0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0EBC3A-C237-4F7C-BB57-9D0318F17D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457200" y="1371600"/>
            <a:ext cx="8229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Automatización Autosell</a:t>
            </a:r>
            <a:endParaRPr lang="es-MX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57200" y="32004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A8E8"/>
                </a:solidFill>
                <a:effectLst/>
                <a:uFillTx/>
                <a:latin typeface="Calibri"/>
              </a:rPr>
              <a:t>Fase 2 - Resumen Ejecutivo y Próximos Pasos</a:t>
            </a:r>
            <a:endParaRPr lang="es-MX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457200" y="45720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Julio 2026</a:t>
            </a:r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457200" y="4572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A3D62"/>
                </a:solidFill>
                <a:effectLst/>
                <a:uFillTx/>
                <a:latin typeface="Calibri"/>
              </a:rPr>
              <a:t>📋 Resumen Ejecutivo</a:t>
            </a:r>
            <a:endParaRPr lang="es-MX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1"/>
          <p:cNvSpPr/>
          <p:nvPr/>
        </p:nvSpPr>
        <p:spPr>
          <a:xfrm>
            <a:off x="457200" y="1645920"/>
            <a:ext cx="82292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Se ha completado con éxito el desarrollo y la validación de la Fase 2 del sistema de automatización para Autosell.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La arquitectura de software base está totalmente estructurada, probada y lista para operar bajo un modelo modular, eficiente y de bajo costo.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457200" y="4572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A3D62"/>
                </a:solidFill>
                <a:effectLst/>
                <a:uFillTx/>
                <a:latin typeface="Calibri"/>
              </a:rPr>
              <a:t>🛠️ Logros Técnicos</a:t>
            </a:r>
            <a:endParaRPr lang="es-MX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457200" y="13716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A8E8"/>
                </a:solidFill>
                <a:effectLst/>
                <a:uFillTx/>
                <a:latin typeface="Calibri"/>
              </a:rPr>
              <a:t>Motor Financiero Calibrado (src/quote_engine/):</a:t>
            </a:r>
            <a:endParaRPr lang="es-MX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457200" y="2194560"/>
            <a:ext cx="82292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Implementación del algoritmo de Amortización Francesa adaptado a Scotiabank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Estructura base para Trade-in / Libro Azul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Integración CRM Odoo con XML-RPC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Canal WhatsApp unificado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Orquestador Central y Gateway de Voz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/>
          <p:nvPr/>
        </p:nvSpPr>
        <p:spPr>
          <a:xfrm>
            <a:off x="457200" y="4572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A3D62"/>
                </a:solidFill>
                <a:effectLst/>
                <a:uFillTx/>
                <a:latin typeface="Calibri"/>
              </a:rPr>
              <a:t>Integraciones Principales</a:t>
            </a:r>
            <a:endParaRPr lang="es-MX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"/>
          <p:cNvSpPr/>
          <p:nvPr/>
        </p:nvSpPr>
        <p:spPr>
          <a:xfrm>
            <a:off x="457200" y="1645920"/>
            <a:ext cx="82292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Conector CRM Odoo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WhatsApp Automation (open-wa / Evolution API)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Webhook FastAPI para IA conversacional (llamada)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Seguridad y .gitignore optimizado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57200" y="4572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A3D62"/>
                </a:solidFill>
                <a:effectLst/>
                <a:uFillTx/>
                <a:latin typeface="Calibri"/>
              </a:rPr>
              <a:t>🚀 Requerimientos para Fase 2B / Producción</a:t>
            </a:r>
            <a:endParaRPr lang="es-MX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57200" y="1645920"/>
            <a:ext cx="82292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1. Credenciales y Accesos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2. Recursos de Infraestructura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3. Estimación de Costos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457200" y="4572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A3D62"/>
                </a:solidFill>
                <a:effectLst/>
                <a:uFillTx/>
                <a:latin typeface="Calibri"/>
              </a:rPr>
              <a:t>📅 Línea de Tiempo Sugerida</a:t>
            </a:r>
            <a:endParaRPr lang="es-MX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457200" y="1645920"/>
            <a:ext cx="82292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Fase 1: Completada (Facebook Marketplace)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Fase 2: Completada (Desarrollo)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Fase 2B: 1-2 días (Integración live)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Fase 3: Escalamiento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457200" y="1828800"/>
            <a:ext cx="8229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¡Listos para la siguiente etapa!</a:t>
            </a:r>
            <a:endParaRPr lang="es-MX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457200" y="41148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LibreOffice/26.2.4.2$Linux_X86_64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2026-07-23T03:51:29Z</dcterms:created>
  <dc:creator>Equipo Técnico</dc:creator>
  <dc:description/>
  <dc:language>es-MX</dc:language>
  <cp:lastModifiedBy/>
  <dcterms:modified xsi:type="dcterms:W3CDTF">2026-07-22T21:53:05Z</dcterms:modified>
  <cp:revision>2</cp:revision>
  <dc:subject>PptxGenJS Presentation</dc:subject>
  <dc:title>Fase 2 - Automatización Autosell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